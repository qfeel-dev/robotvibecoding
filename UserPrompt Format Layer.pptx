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70B6C-28FB-40D8-96D9-451EBC9C2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E029BC-5115-4232-A5F9-2C07FC3B9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E4AF2-8DF8-496A-9D43-DB8FEAE3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94D89-3332-4D25-AFC9-4E4A060F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1AB2D-9680-47A9-8794-DB98929C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D03C1-A41B-41E4-98AB-C516EBDD0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AF8FF-9BC1-4852-81EA-BF7C979F5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74557-3161-4787-8369-98E58B1A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8FC386-694F-4FD3-A042-97D7E15B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8EBA6-B14F-4E1D-8F9B-A1FFAED4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83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C0884-3DD9-489D-9FA0-59972F79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56A626-E018-41DC-A2A2-51A51A883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1040A2-04AF-48E8-9EBA-F8C2F83D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ABF49-B6B8-4F19-8581-A9CBF6F3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EB4C3-EABA-4525-B93E-0E26692D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0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5E26B-D4C5-426C-BBEE-CA5EA654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EF20D-1AA4-4137-874D-B9F577FB5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6162E8-845F-4E56-B334-2ACC4C5B8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9A7EA-B1BF-485C-98AA-98F50129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A9122-017C-48AD-B7E8-4E70FC2F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08FEA7-54BB-4FFB-BAE1-C3B6C4A2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70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C3CD9-F085-4152-8E3A-28719983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0026E-EEB5-4CF1-B1FE-D8606AF46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94103-E968-4C6E-B403-381CB383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5A265C-5089-4C7E-9A25-D4F75C089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9413D4-3300-463B-AA21-FE1FE4E43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30FAA6-7319-4CDD-B844-4CC4F229C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CEC20B-A3F6-496C-9178-FA7A0220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3F5B94-480A-42D8-A11B-2C65A1B0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69814-7BB3-4212-B307-E55D0E3C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4F84A0-31DF-4227-AB0F-8E41D50D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164607-23C9-4BFD-8483-9F489C99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E75CCA-B3BE-477F-BCEC-0D11978C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06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05888F-2146-4FBB-B71F-9453F33F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2446C1-50B3-4DB9-ABF9-DCFBF013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7F67E6-8941-4775-903B-05EB394F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89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433FA-27B2-4BCF-B85E-A0FD7104B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AADDFE-1BE7-470E-9F3F-B92075D7E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01089-4CEB-4822-A7F1-384F9EAA1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919078-DA2B-4179-BA43-4DAFADACE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6B1B96-DC91-4A04-91C9-45F4E550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27F92-A704-444C-A581-B2DB7F580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81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B56C3-B7A4-45C5-A5B7-A80585DE8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23D8DA-A468-4FEB-A54E-79E061A57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805989-A422-4279-AD04-D604C4CAC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C92F2F-3A4D-4548-8066-9CF29826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2F1118-305C-4193-9B99-E298BD70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3FA6D9-71AE-4132-903C-B388E325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13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DD09C-9F42-4021-9560-AA73CC00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17BA0D-F063-4D67-91F2-FA3CB1762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7268E4-B78E-40D4-BB45-10753EE9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8493D9-997E-42D9-8CCA-92B1854C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E69E9-890C-49CE-A812-5901249D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55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9B2D8D-07A1-4825-97BA-FD74F9A0F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3006F3-72F4-4CD1-A212-5DD9832F6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A7F201-9131-4B94-8C8D-F17AC2A4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7FD4E0-68BA-4F3C-A067-F88B66FC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CA6CB4-5E0C-44D2-A5CB-98F28841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651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0EB6D0-913C-41C4-8094-9D9F21AB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56E203-66E4-481E-B01C-867F507CD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710376-B8E2-4CF1-AA39-76B0BD830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3AF17-A46C-47BF-A717-5702ECE4A6E6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1BD74F-1E21-4C3F-9043-8FD1B2A9E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72C01D-AC63-4DE2-B1BC-77B7BE808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3DA83-9796-4A80-BADD-2ECE2ABB21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84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C4AE8BD-9D7C-4BE8-8F8E-52F5299A8A69}"/>
              </a:ext>
            </a:extLst>
          </p:cNvPr>
          <p:cNvGrpSpPr/>
          <p:nvPr/>
        </p:nvGrpSpPr>
        <p:grpSpPr>
          <a:xfrm>
            <a:off x="3217217" y="430169"/>
            <a:ext cx="5757567" cy="6112520"/>
            <a:chOff x="3217217" y="430169"/>
            <a:chExt cx="5757567" cy="611252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C53221D-1C2C-430A-BE0D-52627BEEE3D7}"/>
                </a:ext>
              </a:extLst>
            </p:cNvPr>
            <p:cNvGrpSpPr/>
            <p:nvPr/>
          </p:nvGrpSpPr>
          <p:grpSpPr>
            <a:xfrm>
              <a:off x="4093779" y="1497724"/>
              <a:ext cx="4004442" cy="5044965"/>
              <a:chOff x="4093779" y="1497724"/>
              <a:chExt cx="4004442" cy="5044965"/>
            </a:xfrm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7610DD89-5EBA-450E-BB4C-9FE3A96426AE}"/>
                  </a:ext>
                </a:extLst>
              </p:cNvPr>
              <p:cNvSpPr/>
              <p:nvPr/>
            </p:nvSpPr>
            <p:spPr>
              <a:xfrm>
                <a:off x="4093779" y="5533696"/>
                <a:ext cx="4004442" cy="1008993"/>
              </a:xfrm>
              <a:prstGeom prst="round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HW Spec</a:t>
                </a:r>
                <a:endParaRPr lang="ko-KR" altLang="en-US" sz="2400" b="1" dirty="0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76EF5191-7C40-4B89-B198-2C19525D9B16}"/>
                  </a:ext>
                </a:extLst>
              </p:cNvPr>
              <p:cNvSpPr/>
              <p:nvPr/>
            </p:nvSpPr>
            <p:spPr>
              <a:xfrm>
                <a:off x="4093779" y="4524703"/>
                <a:ext cx="4004442" cy="100899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UI/UX – SW Spec</a:t>
                </a:r>
                <a:endParaRPr lang="ko-KR" altLang="en-US" sz="2400" b="1" dirty="0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EE229E19-72A6-4844-82D8-26C78B429ED7}"/>
                  </a:ext>
                </a:extLst>
              </p:cNvPr>
              <p:cNvSpPr/>
              <p:nvPr/>
            </p:nvSpPr>
            <p:spPr>
              <a:xfrm>
                <a:off x="4093779" y="3515710"/>
                <a:ext cx="4004442" cy="1008993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I/O Mapping</a:t>
                </a:r>
                <a:endParaRPr lang="ko-KR" altLang="en-US" sz="2400" b="1" dirty="0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2B73214A-6B19-4420-92A4-ECA0C66870F6}"/>
                  </a:ext>
                </a:extLst>
              </p:cNvPr>
              <p:cNvSpPr/>
              <p:nvPr/>
            </p:nvSpPr>
            <p:spPr>
              <a:xfrm>
                <a:off x="4093779" y="2506717"/>
                <a:ext cx="4004442" cy="1008993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Station Mapping</a:t>
                </a:r>
                <a:endParaRPr lang="ko-KR" altLang="en-US" sz="2400" b="1" dirty="0"/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8AC7D80B-78E8-4464-B691-12003F55B5E1}"/>
                  </a:ext>
                </a:extLst>
              </p:cNvPr>
              <p:cNvSpPr/>
              <p:nvPr/>
            </p:nvSpPr>
            <p:spPr>
              <a:xfrm>
                <a:off x="4093779" y="1497724"/>
                <a:ext cx="4004442" cy="1008993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/>
                  <a:t>Station Sequence</a:t>
                </a:r>
                <a:endParaRPr lang="ko-KR" altLang="en-US" sz="2400" b="1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C25C81-FF62-48EB-A61F-A8E63B816659}"/>
                </a:ext>
              </a:extLst>
            </p:cNvPr>
            <p:cNvSpPr txBox="1"/>
            <p:nvPr/>
          </p:nvSpPr>
          <p:spPr>
            <a:xfrm>
              <a:off x="3217217" y="430169"/>
              <a:ext cx="57575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accent1">
                      <a:lumMod val="50000"/>
                    </a:schemeClr>
                  </a:solidFill>
                </a:rPr>
                <a:t>User Prompt Format</a:t>
              </a:r>
              <a:endParaRPr lang="ko-KR" altLang="en-US" sz="44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949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FC53221D-1C2C-430A-BE0D-52627BEEE3D7}"/>
              </a:ext>
            </a:extLst>
          </p:cNvPr>
          <p:cNvGrpSpPr/>
          <p:nvPr/>
        </p:nvGrpSpPr>
        <p:grpSpPr>
          <a:xfrm>
            <a:off x="5165834" y="1497724"/>
            <a:ext cx="4004442" cy="5044965"/>
            <a:chOff x="4093779" y="1497724"/>
            <a:chExt cx="4004442" cy="5044965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610DD89-5EBA-450E-BB4C-9FE3A96426AE}"/>
                </a:ext>
              </a:extLst>
            </p:cNvPr>
            <p:cNvSpPr/>
            <p:nvPr/>
          </p:nvSpPr>
          <p:spPr>
            <a:xfrm>
              <a:off x="4093779" y="5533696"/>
              <a:ext cx="4004442" cy="1008993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HW Spec</a:t>
              </a:r>
              <a:endParaRPr lang="ko-KR" altLang="en-US" sz="2400" b="1" dirty="0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6EF5191-7C40-4B89-B198-2C19525D9B16}"/>
                </a:ext>
              </a:extLst>
            </p:cNvPr>
            <p:cNvSpPr/>
            <p:nvPr/>
          </p:nvSpPr>
          <p:spPr>
            <a:xfrm>
              <a:off x="4093779" y="4524703"/>
              <a:ext cx="4004442" cy="100899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UI/UX – SW Spec</a:t>
              </a:r>
              <a:endParaRPr lang="ko-KR" altLang="en-US" sz="2400" b="1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E229E19-72A6-4844-82D8-26C78B429ED7}"/>
                </a:ext>
              </a:extLst>
            </p:cNvPr>
            <p:cNvSpPr/>
            <p:nvPr/>
          </p:nvSpPr>
          <p:spPr>
            <a:xfrm>
              <a:off x="4093779" y="3515710"/>
              <a:ext cx="4004442" cy="100899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I/O Mapping</a:t>
              </a:r>
              <a:endParaRPr lang="ko-KR" altLang="en-US" sz="2400" b="1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2B73214A-6B19-4420-92A4-ECA0C66870F6}"/>
                </a:ext>
              </a:extLst>
            </p:cNvPr>
            <p:cNvSpPr/>
            <p:nvPr/>
          </p:nvSpPr>
          <p:spPr>
            <a:xfrm>
              <a:off x="4093779" y="2506717"/>
              <a:ext cx="4004442" cy="10089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Station Mapping</a:t>
              </a:r>
              <a:endParaRPr lang="ko-KR" altLang="en-US" sz="2400" b="1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AC7D80B-78E8-4464-B691-12003F55B5E1}"/>
                </a:ext>
              </a:extLst>
            </p:cNvPr>
            <p:cNvSpPr/>
            <p:nvPr/>
          </p:nvSpPr>
          <p:spPr>
            <a:xfrm>
              <a:off x="4093779" y="1497724"/>
              <a:ext cx="4004442" cy="100899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Station Sequence</a:t>
              </a:r>
              <a:endParaRPr lang="ko-KR" altLang="en-US" sz="24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C25C81-FF62-48EB-A61F-A8E63B816659}"/>
              </a:ext>
            </a:extLst>
          </p:cNvPr>
          <p:cNvSpPr txBox="1"/>
          <p:nvPr/>
        </p:nvSpPr>
        <p:spPr>
          <a:xfrm>
            <a:off x="3217217" y="430169"/>
            <a:ext cx="57575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1">
                    <a:lumMod val="50000"/>
                  </a:schemeClr>
                </a:solidFill>
              </a:rPr>
              <a:t>User Prompt Format</a:t>
            </a:r>
            <a:endParaRPr lang="ko-KR" altLang="en-US" sz="4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3037A3D-5ABD-445A-8F49-D3F331F20657}"/>
              </a:ext>
            </a:extLst>
          </p:cNvPr>
          <p:cNvCxnSpPr/>
          <p:nvPr/>
        </p:nvCxnSpPr>
        <p:spPr>
          <a:xfrm>
            <a:off x="3636579" y="3515710"/>
            <a:ext cx="152925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461EB3-61DC-47F7-8E68-80969B41E49C}"/>
              </a:ext>
            </a:extLst>
          </p:cNvPr>
          <p:cNvSpPr txBox="1"/>
          <p:nvPr/>
        </p:nvSpPr>
        <p:spPr>
          <a:xfrm>
            <a:off x="1675180" y="3324320"/>
            <a:ext cx="191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1</a:t>
            </a:r>
            <a:r>
              <a:rPr lang="ko-KR" altLang="en-US" b="1" dirty="0"/>
              <a:t>차 </a:t>
            </a:r>
            <a:r>
              <a:rPr lang="en-US" altLang="ko-KR" b="1" dirty="0"/>
              <a:t>Demo Test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2712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</Words>
  <Application>Microsoft Office PowerPoint</Application>
  <PresentationFormat>와이드스크린</PresentationFormat>
  <Paragraphs>13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Boo KyuPil</dc:creator>
  <cp:lastModifiedBy>Boo KyuPil</cp:lastModifiedBy>
  <cp:revision>2</cp:revision>
  <dcterms:created xsi:type="dcterms:W3CDTF">2026-01-21T03:49:29Z</dcterms:created>
  <dcterms:modified xsi:type="dcterms:W3CDTF">2026-01-21T03:52:53Z</dcterms:modified>
</cp:coreProperties>
</file>